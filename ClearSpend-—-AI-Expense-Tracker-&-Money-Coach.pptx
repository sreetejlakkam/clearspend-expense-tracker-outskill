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94938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0"/>
            <a:ext cx="6949383" cy="6858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4" name="Shape 1"/>
          <p:cNvSpPr/>
          <p:nvPr/>
        </p:nvSpPr>
        <p:spPr>
          <a:xfrm>
            <a:off x="6953250" y="0"/>
            <a:ext cx="5238750" cy="6858000"/>
          </a:xfrm>
          <a:prstGeom prst="rect">
            <a:avLst/>
          </a:prstGeom>
          <a:solidFill>
            <a:srgbClr val="E2FBF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692330" y="509587"/>
            <a:ext cx="4042321" cy="1952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800"/>
              </a:spcAft>
              <a:buNone/>
            </a:pPr>
            <a:r>
              <a:rPr lang="en-US" sz="975" b="1" spc="126" kern="0" dirty="0">
                <a:solidFill>
                  <a:srgbClr val="FFFFFF"/>
                </a:solidFill>
                <a:highlight>
                  <a:srgbClr val="1E998E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₹</a:t>
            </a:r>
            <a:pPr indent="0" marL="0">
              <a:buNone/>
            </a:pPr>
            <a:r>
              <a:rPr lang="en-US" sz="1050" b="1" spc="126" kern="0" dirty="0">
                <a:solidFill>
                  <a:srgbClr val="1E99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CLEARSPEND</a:t>
            </a:r>
            <a:endParaRPr lang="en-US" sz="975" dirty="0"/>
          </a:p>
        </p:txBody>
      </p:sp>
      <p:sp>
        <p:nvSpPr>
          <p:cNvPr id="6" name="Shape 3"/>
          <p:cNvSpPr/>
          <p:nvPr/>
        </p:nvSpPr>
        <p:spPr>
          <a:xfrm>
            <a:off x="7410450" y="933450"/>
            <a:ext cx="400050" cy="38100"/>
          </a:xfrm>
          <a:prstGeom prst="roundRect">
            <a:avLst>
              <a:gd name="adj" fmla="val 2475000"/>
            </a:avLst>
          </a:prstGeom>
          <a:solidFill>
            <a:srgbClr val="1E998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06580" y="1143000"/>
            <a:ext cx="4328071" cy="6152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spcAft>
                <a:spcPts val="900"/>
              </a:spcAft>
              <a:buNone/>
            </a:pPr>
            <a:r>
              <a:rPr lang="en-US" sz="5100" b="1" spc="-153" kern="0" dirty="0">
                <a:solidFill>
                  <a:srgbClr val="0F2D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ClearSpend</a:t>
            </a:r>
            <a:endParaRPr lang="en-US" sz="5100" dirty="0"/>
          </a:p>
        </p:txBody>
      </p:sp>
      <p:sp>
        <p:nvSpPr>
          <p:cNvPr id="8" name="Text 5"/>
          <p:cNvSpPr txBox="1"/>
          <p:nvPr/>
        </p:nvSpPr>
        <p:spPr>
          <a:xfrm>
            <a:off x="7406580" y="1872555"/>
            <a:ext cx="4328071" cy="495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E99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AI-Powered Expense Tracker</a:t>
            </a:r>
            <a:endParaRPr lang="en-US" sz="1500" dirty="0"/>
          </a:p>
          <a:p>
            <a:pPr algn="l" indent="0" marL="0">
              <a:lnSpc>
                <a:spcPts val="1950"/>
              </a:lnSpc>
              <a:spcAft>
                <a:spcPts val="1650"/>
              </a:spcAft>
              <a:buNone/>
            </a:pPr>
            <a:r>
              <a:rPr lang="en-US" sz="1500" b="1" dirty="0">
                <a:solidFill>
                  <a:srgbClr val="1E99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&amp; Money Coach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06580" y="2586930"/>
            <a:ext cx="3619500" cy="676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2100"/>
              </a:spcAft>
              <a:buNone/>
            </a:pPr>
            <a:r>
              <a:rPr lang="en-US" sz="1200" dirty="0">
                <a:solidFill>
                  <a:srgbClr val="0F2D2A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 spending in one line, trust the numbers, and get warned before your month goes wrong — not after.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580" y="3529905"/>
            <a:ext cx="1155948" cy="29051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30405" y="3606105"/>
            <a:ext cx="90829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1E99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FOR INDIA</a:t>
            </a:r>
            <a:endParaRPr lang="en-US" sz="825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729" y="3529905"/>
            <a:ext cx="1348680" cy="29051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762554" y="3606105"/>
            <a:ext cx="110103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E2FBF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UPI • CASH • CARDS</a:t>
            </a:r>
            <a:endParaRPr lang="en-US" sz="825" dirty="0"/>
          </a:p>
        </p:txBody>
      </p:sp>
      <p:sp>
        <p:nvSpPr>
          <p:cNvPr id="14" name="Text 9"/>
          <p:cNvSpPr txBox="1"/>
          <p:nvPr/>
        </p:nvSpPr>
        <p:spPr>
          <a:xfrm>
            <a:off x="7406580" y="6153150"/>
            <a:ext cx="432807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2D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Live:</a:t>
            </a:r>
            <a:pPr indent="0" marL="0">
              <a:buNone/>
            </a:pPr>
            <a:r>
              <a:rPr lang="en-US" sz="825" dirty="0">
                <a:solidFill>
                  <a:srgbClr val="0F2D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clearspend-ai-expense-tracker.vercel.app</a:t>
            </a:r>
            <a:endParaRPr lang="en-US" sz="825" dirty="0"/>
          </a:p>
        </p:txBody>
      </p:sp>
      <p:sp>
        <p:nvSpPr>
          <p:cNvPr id="15" name="Text 10"/>
          <p:cNvSpPr txBox="1"/>
          <p:nvPr/>
        </p:nvSpPr>
        <p:spPr>
          <a:xfrm>
            <a:off x="7406580" y="6367463"/>
            <a:ext cx="432807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2D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GitHub:</a:t>
            </a:r>
            <a:pPr indent="0" marL="0">
              <a:buNone/>
            </a:pPr>
            <a:r>
              <a:rPr lang="en-US" sz="825" dirty="0">
                <a:solidFill>
                  <a:srgbClr val="0F2D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sreetejlakkam / ClearSpend-Expense-Tracker-Outskill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ClearSpend-—-AI-Expense-Tracker-&amp;-Money-Coach</dc:title>
  <dc:subject>PptxGenJS Presentation</dc:subject>
  <dc:creator>PptxGenJS</dc:creator>
  <cp:lastModifiedBy>PptxGenJS</cp:lastModifiedBy>
  <cp:revision>1</cp:revision>
  <dcterms:created xsi:type="dcterms:W3CDTF">2026-08-20T20:00:32Z</dcterms:created>
  <dcterms:modified xsi:type="dcterms:W3CDTF">2026-08-20T20:00:32Z</dcterms:modified>
</cp:coreProperties>
</file>